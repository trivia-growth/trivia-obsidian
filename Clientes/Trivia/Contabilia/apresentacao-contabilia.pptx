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Contabilia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</a:defRPr>
            </a:pPr>
            <a:r>
              <a:t>Automação inteligente para escritórios contábeis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Trivia Studio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A Tempestade Perfeita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Reforma tributária (2026-2032): trabalho dobra com apuração dual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Split payment fragmenta recebimentos e complica conciliação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40-60% mais trabalho operacional, sem aumento de receita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"Sou pago como operacional, cobrado como estratégico"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O Que Tira Seu Sono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Clientes atrasam documentos → prazo fiscal estoura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Retrabalho por informação errada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WhatsApp como "sistema de gestão"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Inadimplência silenciosa de honorários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Zero tempo para ser consultivo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Contabilia: Sua Operação no Piloto Automático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Plataforma SaaS que conecta escritório e cliente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Automatiza: coleta → emissão → classificação → apuração → entrega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IA que aprende o padrão do seu escritório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Simples de usar (cliente e contador)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Base de Clientes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Cadastro com todos os dados fiscais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Controle de honorários + cobrança automática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Score de saúde: pontualidade, inadimplência, complexidade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Régua de cobrança: D-3, D+0, D+3, D+7, D+15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Visão de rentabilidade por cliente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Emissão Inteligente de NFS-e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Individual, em lote (grid ou Excel), ou recorrente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Motor de tributos automático (ISS + IBS + CBS)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IA sugere código de serviço, CFOP, NCM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Validação pré-envio + cálculo em tempo real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O CLIENTE pode emitir pelo portal (com supervisão)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12 Notas em 2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Importação de Excel com modelo pronto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Grid tipo planilha para preencher online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IA calcula tributos automaticamente por linha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Preview completo antes de emitir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Status em tempo real + download em lote (ZIP)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O Cliente Envia Organizado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Checklist dinâmico: "o que falta enviar este mês"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Upload por portal, WhatsApp ou email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OCR + IA extrai dados de fotos e PDFs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Cobrança automática de pendências (D-10, D-5, D-1)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Zero WhatsApp pessoal para cobrar documento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Demandas Organizadas, SLA Cumprido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Cliente abre chamado: portal ou WhatsApp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IA classifica categoria e urgência automaticamente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Fila com SLA por tipo de demanda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Templates + sugestão de resposta por IA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Pesquisa de satisfação ao concluir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WhatsApp Profissional, Não Pessoal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Régua automática de cobrança de documentos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Envio de guias com vencimento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Notificações de notas emitidas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Resumo mensal automático para o cliente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Histórico centralizado (nada se perde)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Dados que Geram Decisão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Resumo fiscal mensal por cliente (enviado automaticamente)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Comparativo regime antigo × novo (transição)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Rentabilidade por cliente (custo real × honorário)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Inadimplência, obrigações, demandas/SLA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White-label: logo e marca do escritório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IA que Aprende com Você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Classificação fiscal automática (95%+ acerto)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Sugestão de código de serviço por descrição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OCR de documentos (foto → dados estruturados)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Detecção de anomalias fiscais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Assistente tributário (legislação via RAG)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Quanto mais usa, mais precisa fica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Cálculo de Tributos 100% Automático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Input: prestador + tomador + serviço + valor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Output: ISS + IBS + CBS + retenções = valor líquido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Regime detectado automaticamente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Município destino → alíquota correta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Transição (2026-2032): ambos os regimes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Fontes: IBPT, BrasilAPI, tabelas municipais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Experiência Simples para a PME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Enviar documentos (upload ou WhatsApp)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Emitir notas (individual ou lote)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Ver tributos calculados automaticamente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Acompanhar guias e vencimentos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Abrir demandas e acompanhar status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Receber relatório fiscal mensal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Resultados Esperados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70% menos tempo em classificação fiscal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Zero cobrança manual de documentos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Inadimplência controlada com régua automática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De 80% operacional → 80% consultivo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ROI: 28h/semana liberadas × R$300/h = R$33.600/mês potencial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Vamos Construir Juntos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MVP em 12-16 semanas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Stack: Supabase + Next.js + Nuvem Fiscal + Claude AI + Evolution API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Modelo SaaS: a partir de R$ 297/mês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Validação com escritório piloto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Roadmap: NF-e, apuração dual, SPED, conciliação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Trivia Studio — Automação Inteligente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